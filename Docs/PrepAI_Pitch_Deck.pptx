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1463040"/>
            <a:ext cx="6400800" cy="6400800"/>
          </a:xfrm>
          <a:prstGeom prst="ellipse">
            <a:avLst/>
          </a:prstGeom>
          <a:solidFill>
            <a:srgbClr val="F2B84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114800"/>
            <a:ext cx="5486400" cy="5486400"/>
          </a:xfrm>
          <a:prstGeom prst="ellipse">
            <a:avLst/>
          </a:prstGeom>
          <a:solidFill>
            <a:srgbClr val="3DDC97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&lt;PrepAI/&gt;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595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Practice interviews.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 AI feedback.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Walk in ready.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434340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099B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 AI-powered mock interview platform where developers practice real technical questions in Java, DSA, and Web Development — and get structured, actionable feedback after every answer.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532120"/>
            <a:ext cx="1563624" cy="457200"/>
          </a:xfrm>
          <a:prstGeom prst="roundRect">
            <a:avLst>
              <a:gd name="adj" fmla="val 20000"/>
            </a:avLst>
          </a:prstGeom>
          <a:solidFill>
            <a:srgbClr val="1D2440"/>
          </a:solidFill>
          <a:ln w="12700">
            <a:solidFill>
              <a:srgbClr val="2B33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532120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Java 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04872" y="5532120"/>
            <a:ext cx="1545336" cy="457200"/>
          </a:xfrm>
          <a:prstGeom prst="roundRect">
            <a:avLst>
              <a:gd name="adj" fmla="val 20000"/>
            </a:avLst>
          </a:prstGeom>
          <a:solidFill>
            <a:srgbClr val="1D2440"/>
          </a:solidFill>
          <a:ln w="12700">
            <a:solidFill>
              <a:srgbClr val="2B33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04872" y="5532120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DSA 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51376" y="5532120"/>
            <a:ext cx="1618488" cy="457200"/>
          </a:xfrm>
          <a:prstGeom prst="roundRect">
            <a:avLst>
              <a:gd name="adj" fmla="val 20000"/>
            </a:avLst>
          </a:prstGeom>
          <a:solidFill>
            <a:srgbClr val="1D2440"/>
          </a:solidFill>
          <a:ln w="12700">
            <a:solidFill>
              <a:srgbClr val="2B33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51376" y="553212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Web Dev }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3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 Talks 60-Day Claude AI Challenge  —  10-Day Capstone Project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Interview practice is either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unstructured or unavailable.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171D33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8803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E1220"/>
          </a:solidFill>
          <a:ln w="19050">
            <a:solidFill>
              <a:srgbClr val="F2B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6576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Practicing alone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42062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099B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Reading questions off a list gives no sense of how a real answer would actually land.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251460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171D33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28803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E1220"/>
          </a:solidFill>
          <a:ln w="1905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36576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Scheduling peers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54880" y="42062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099B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Mock interviews with friends or mentors are valuable but hard to arrange repeatedly.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251460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171D33"/>
          </a:solidFill>
          <a:ln/>
        </p:spPr>
      </p:sp>
      <p:sp>
        <p:nvSpPr>
          <p:cNvPr id="15" name="Shape 13"/>
          <p:cNvSpPr/>
          <p:nvPr/>
        </p:nvSpPr>
        <p:spPr>
          <a:xfrm>
            <a:off x="8549640" y="28803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E1220"/>
          </a:solidFill>
          <a:ln w="19050">
            <a:solidFill>
              <a:srgbClr val="F2B8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49640" y="36576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objective feedback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49640" y="42062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099B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Most self-practice never tells you what you did well, or exactly what to fix next.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881360" y="6537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PrepAI  •  2/10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IT'S FOR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Built for anyone preparing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a technical interview.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71D33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514600"/>
            <a:ext cx="54864" cy="1417320"/>
          </a:xfrm>
          <a:prstGeom prst="rect">
            <a:avLst/>
          </a:prstGeom>
          <a:solidFill>
            <a:srgbClr val="F2B84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6791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CS Students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08152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099B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Preparing for campus placements and internship interview rounds.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25146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71D33"/>
          </a:solidFill>
          <a:ln/>
        </p:spPr>
      </p:sp>
      <p:sp>
        <p:nvSpPr>
          <p:cNvPr id="9" name="Shape 7"/>
          <p:cNvSpPr/>
          <p:nvPr/>
        </p:nvSpPr>
        <p:spPr>
          <a:xfrm>
            <a:off x="6263640" y="2514600"/>
            <a:ext cx="54864" cy="1417320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6791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Bootcamp / Self-Taught Devs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308152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099B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Building interview confidence before a first developer role.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71D33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4160520"/>
            <a:ext cx="54864" cy="1417320"/>
          </a:xfrm>
          <a:prstGeom prst="rect">
            <a:avLst/>
          </a:prstGeom>
          <a:solidFill>
            <a:srgbClr val="F2B84B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3251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Working Developers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472744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099B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Brushing up on DSA and Java fundamentals ahead of a job switch.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41605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71D33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4160520"/>
            <a:ext cx="54864" cy="1417320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43251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Anyone practicing solo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472744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099B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Wants repeatable practice without scheduling a human interviewer.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881360" y="6537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PrepAI  •  3/10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focused loop: answer,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 feedback, improve.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71D33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29443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96112" y="3337560"/>
            <a:ext cx="2093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Pick a domain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538728" y="274320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71D33"/>
          </a:solidFill>
          <a:ln/>
        </p:spPr>
      </p:sp>
      <p:sp>
        <p:nvSpPr>
          <p:cNvPr id="9" name="Text 7"/>
          <p:cNvSpPr/>
          <p:nvPr/>
        </p:nvSpPr>
        <p:spPr>
          <a:xfrm>
            <a:off x="3794760" y="29443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94760" y="3337560"/>
            <a:ext cx="2093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Answer AI questions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9048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37376" y="274320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D2440"/>
          </a:solidFill>
          <a:ln w="15875">
            <a:solidFill>
              <a:srgbClr val="F2B8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93408" y="29443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93408" y="3337560"/>
            <a:ext cx="2093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 instant feedback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97696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336024" y="274320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71D33"/>
          </a:solidFill>
          <a:ln/>
        </p:spPr>
      </p:sp>
      <p:sp>
        <p:nvSpPr>
          <p:cNvPr id="17" name="Text 15"/>
          <p:cNvSpPr/>
          <p:nvPr/>
        </p:nvSpPr>
        <p:spPr>
          <a:xfrm>
            <a:off x="9592056" y="29443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592056" y="3337560"/>
            <a:ext cx="2093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Track your growth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48006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099B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answer is scored and explained — not just marked right or wrong — so practice actually compounds into improvement.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881360" y="6537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PrepAI  •  4/10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Everything v1.0 delivers.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171D33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2148840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3774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Secure Authentication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32688" y="28803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099B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Register and log in with hashed passwords and JWT-based sessions.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187452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171D33"/>
          </a:solidFill>
          <a:ln/>
        </p:spPr>
      </p:sp>
      <p:sp>
        <p:nvSpPr>
          <p:cNvPr id="9" name="Shape 7"/>
          <p:cNvSpPr/>
          <p:nvPr/>
        </p:nvSpPr>
        <p:spPr>
          <a:xfrm>
            <a:off x="4727448" y="2148840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0" name="Text 8"/>
          <p:cNvSpPr/>
          <p:nvPr/>
        </p:nvSpPr>
        <p:spPr>
          <a:xfrm>
            <a:off x="4727448" y="23774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Interview Domains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727448" y="28803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099B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Java, Data Structures &amp; Algorithms, and Web Development.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187452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171D33"/>
          </a:solidFill>
          <a:ln/>
        </p:spPr>
      </p:sp>
      <p:sp>
        <p:nvSpPr>
          <p:cNvPr id="13" name="Shape 11"/>
          <p:cNvSpPr/>
          <p:nvPr/>
        </p:nvSpPr>
        <p:spPr>
          <a:xfrm>
            <a:off x="8522208" y="2148840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4" name="Text 12"/>
          <p:cNvSpPr/>
          <p:nvPr/>
        </p:nvSpPr>
        <p:spPr>
          <a:xfrm>
            <a:off x="8522208" y="23774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AI-Generated Questions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522208" y="28803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099B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Fresh, relevant questions generated per session, not a static bank.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171D33"/>
          </a:solidFill>
          <a:ln/>
        </p:spPr>
      </p:sp>
      <p:sp>
        <p:nvSpPr>
          <p:cNvPr id="17" name="Shape 15"/>
          <p:cNvSpPr/>
          <p:nvPr/>
        </p:nvSpPr>
        <p:spPr>
          <a:xfrm>
            <a:off x="932688" y="4251960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" y="44805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Structured AI Feedback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32688" y="4983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099B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Score, strengths, weaknesses, and one improvement tip per answer.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34840" y="39776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171D33"/>
          </a:solidFill>
          <a:ln/>
        </p:spPr>
      </p:sp>
      <p:sp>
        <p:nvSpPr>
          <p:cNvPr id="21" name="Shape 19"/>
          <p:cNvSpPr/>
          <p:nvPr/>
        </p:nvSpPr>
        <p:spPr>
          <a:xfrm>
            <a:off x="4727448" y="4251960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22" name="Text 20"/>
          <p:cNvSpPr/>
          <p:nvPr/>
        </p:nvSpPr>
        <p:spPr>
          <a:xfrm>
            <a:off x="4727448" y="44805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Performance Dashboard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727448" y="4983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099B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Average score and progress trends across domains.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0" y="39776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171D33"/>
          </a:solidFill>
          <a:ln/>
        </p:spPr>
      </p:sp>
      <p:sp>
        <p:nvSpPr>
          <p:cNvPr id="25" name="Shape 23"/>
          <p:cNvSpPr/>
          <p:nvPr/>
        </p:nvSpPr>
        <p:spPr>
          <a:xfrm>
            <a:off x="8522208" y="4251960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6" name="Text 24"/>
          <p:cNvSpPr/>
          <p:nvPr/>
        </p:nvSpPr>
        <p:spPr>
          <a:xfrm>
            <a:off x="8522208" y="44805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Interview History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522208" y="4983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099B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Revisit any past session's questions, answers, and feedback.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881360" y="6537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PrepAI  •  5/10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clean, layered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full-stack architecture.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7863840" cy="868680"/>
          </a:xfrm>
          <a:prstGeom prst="roundRect">
            <a:avLst>
              <a:gd name="adj" fmla="val 10526"/>
            </a:avLst>
          </a:prstGeom>
          <a:solidFill>
            <a:srgbClr val="171D33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514600"/>
            <a:ext cx="73152" cy="868680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6243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95351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99B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 interface — auth screens, interview flow, dashboard, history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0040" y="317296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538728"/>
            <a:ext cx="7863840" cy="868680"/>
          </a:xfrm>
          <a:prstGeom prst="roundRect">
            <a:avLst>
              <a:gd name="adj" fmla="val 10526"/>
            </a:avLst>
          </a:prstGeom>
          <a:solidFill>
            <a:srgbClr val="171D33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3538728"/>
            <a:ext cx="73152" cy="868680"/>
          </a:xfrm>
          <a:prstGeom prst="rect">
            <a:avLst/>
          </a:prstGeom>
          <a:solidFill>
            <a:srgbClr val="F2B84B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64845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 Boot REST API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39776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99B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Auth, interview orchestration, JWT security, business logic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20040" y="4197096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562856"/>
            <a:ext cx="7863840" cy="868680"/>
          </a:xfrm>
          <a:prstGeom prst="roundRect">
            <a:avLst>
              <a:gd name="adj" fmla="val 10526"/>
            </a:avLst>
          </a:prstGeom>
          <a:solidFill>
            <a:srgbClr val="171D33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562856"/>
            <a:ext cx="73152" cy="868680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67258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Gemini API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500176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99B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Generates interview questions and structured answer feedback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20040" y="522122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5586984"/>
            <a:ext cx="7863840" cy="868680"/>
          </a:xfrm>
          <a:prstGeom prst="roundRect">
            <a:avLst>
              <a:gd name="adj" fmla="val 10526"/>
            </a:avLst>
          </a:prstGeom>
          <a:solidFill>
            <a:srgbClr val="171D33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5586984"/>
            <a:ext cx="73152" cy="868680"/>
          </a:xfrm>
          <a:prstGeom prst="rect">
            <a:avLst/>
          </a:prstGeom>
          <a:solidFill>
            <a:srgbClr val="F2B84B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56967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 Database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6025896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99B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Users, interviews, questions, answers, and feedback records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823960" y="2514600"/>
            <a:ext cx="2743200" cy="3429000"/>
          </a:xfrm>
          <a:prstGeom prst="roundRect">
            <a:avLst>
              <a:gd name="adj" fmla="val 4000"/>
            </a:avLst>
          </a:prstGeom>
          <a:solidFill>
            <a:srgbClr val="1D2440"/>
          </a:solidFill>
          <a:ln w="12700">
            <a:solidFill>
              <a:srgbClr val="2B33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98280" y="27249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FLOW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09828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start()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098280" y="34472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next question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098280" y="38313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submit answer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098280" y="42153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AI feedback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098280" y="45994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repeat x5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098280" y="4983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final score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881360" y="6537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PrepAI  •  6/10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Industry-standard tools,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chosen for real skill-building.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171D3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8072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6B73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31546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B8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434840" y="260604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171D33"/>
          </a:solidFill>
          <a:ln/>
        </p:spPr>
      </p:sp>
      <p:sp>
        <p:nvSpPr>
          <p:cNvPr id="8" name="Text 6"/>
          <p:cNvSpPr/>
          <p:nvPr/>
        </p:nvSpPr>
        <p:spPr>
          <a:xfrm>
            <a:off x="4709160" y="28072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6B73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09160" y="31546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DC9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Java + Spring Boot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0" y="260604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171D33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28072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6B73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503920" y="31546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B8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PostgreSQL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434340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171D33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544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6B73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SERVICE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48920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DC9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Google Gemini API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434840" y="434340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171D33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4544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6B73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09160" y="48920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B8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Spring Security + JWT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29600" y="434340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171D33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544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6B73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03920" y="48920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DC9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Free-tier cloud hosting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881360" y="6537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PrepAI  •  7/10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Focused scope, built to ship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10 days.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5303520" cy="3749040"/>
          </a:xfrm>
          <a:prstGeom prst="roundRect">
            <a:avLst>
              <a:gd name="adj" fmla="val 2927"/>
            </a:avLst>
          </a:prstGeom>
          <a:solidFill>
            <a:srgbClr val="171D33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7249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IN SCOPE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3154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Authentication (JWT)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60120" y="3520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3 interview domains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" y="3886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AI-generated questions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4251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AI feedback &amp; scoring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60120" y="4617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Performance dashboard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0120" y="4983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Interview history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60120" y="5349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Responsive UI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60120" y="5715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Live deployment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172200" y="2514600"/>
            <a:ext cx="5349240" cy="3749040"/>
          </a:xfrm>
          <a:prstGeom prst="roundRect">
            <a:avLst>
              <a:gd name="adj" fmla="val 2927"/>
            </a:avLst>
          </a:prstGeom>
          <a:solidFill>
            <a:srgbClr val="171D33"/>
          </a:solidFill>
          <a:ln w="12700">
            <a:solidFill>
              <a:srgbClr val="5B61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7249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099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✕  OUT OF SCOPE (v1.0)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3154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099B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Video interviews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92240" y="3520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099B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Voice recognition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92240" y="3886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099B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Payment gateway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92240" y="4251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099B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Real-time multiplayer mode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92240" y="4617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099B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Native mobile app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92240" y="4983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099B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Admin panel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881360" y="6537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PrepAI  •  8/10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PrepAI goes after v1.0.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171D33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20756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2B8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Voice &amp; Video Interviews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96112" y="2651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099B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Speech-to-text answers and recorded video mock sessions.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34840" y="18745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171D33"/>
          </a:solidFill>
          <a:ln/>
        </p:spPr>
      </p:sp>
      <p:sp>
        <p:nvSpPr>
          <p:cNvPr id="8" name="Text 6"/>
          <p:cNvSpPr/>
          <p:nvPr/>
        </p:nvSpPr>
        <p:spPr>
          <a:xfrm>
            <a:off x="4690872" y="20756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2B8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More Domains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690872" y="2651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099B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 Design, Behavioral, Python, and more.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0" y="18745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171D33"/>
          </a:solidFill>
          <a:ln/>
        </p:spPr>
      </p:sp>
      <p:sp>
        <p:nvSpPr>
          <p:cNvPr id="11" name="Text 9"/>
          <p:cNvSpPr/>
          <p:nvPr/>
        </p:nvSpPr>
        <p:spPr>
          <a:xfrm>
            <a:off x="8485632" y="20756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2B8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Peer Mock Interviews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485632" y="2651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099B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Real-time practice sessions with other users.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171D33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39044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2B8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Mobile App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96112" y="4480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099B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Native iOS/Android apps for on-the-go practice.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34840" y="37033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171D33"/>
          </a:solidFill>
          <a:ln/>
        </p:spPr>
      </p:sp>
      <p:sp>
        <p:nvSpPr>
          <p:cNvPr id="17" name="Text 15"/>
          <p:cNvSpPr/>
          <p:nvPr/>
        </p:nvSpPr>
        <p:spPr>
          <a:xfrm>
            <a:off x="4690872" y="39044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2B8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Premium Tiers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690872" y="4480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099B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Deeper analytics and advanced feedback for paid users.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29600" y="37033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171D33"/>
          </a:solidFill>
          <a:ln/>
        </p:spPr>
      </p:sp>
      <p:sp>
        <p:nvSpPr>
          <p:cNvPr id="20" name="Text 18"/>
          <p:cNvSpPr/>
          <p:nvPr/>
        </p:nvSpPr>
        <p:spPr>
          <a:xfrm>
            <a:off x="8485632" y="39044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2B8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 &amp; Content Tools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485632" y="4480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099B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Manage question banks and monitor platform quality.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881360" y="6537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PrepAI  •  9/10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1463040"/>
            <a:ext cx="6400800" cy="6400800"/>
          </a:xfrm>
          <a:prstGeom prst="ellipse">
            <a:avLst/>
          </a:prstGeom>
          <a:solidFill>
            <a:srgbClr val="3DDC97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85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&lt;PrepAI/&gt;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8686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Confidence is built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through repetition.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099B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PrepAI's vision is simple: every developer preparing for a technical interview should have an always-available, honest practice partner — one that asks real questions and tells the truth about the answer, every single time.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846320"/>
            <a:ext cx="7498080" cy="0"/>
          </a:xfrm>
          <a:prstGeom prst="line">
            <a:avLst/>
          </a:prstGeom>
          <a:noFill/>
          <a:ln w="12700">
            <a:solidFill>
              <a:srgbClr val="2B33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73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AS PART OF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5394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 Talks 60-Day Claude AI Challenge — 10-Day Full-Stack Capstone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 •  Spring Boot  •  PostgreSQL  •  Gemini API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2026-07-21T06:36:11Z</dcterms:created>
  <dcterms:modified xsi:type="dcterms:W3CDTF">2026-07-21T06:36:11Z</dcterms:modified>
</cp:coreProperties>
</file>